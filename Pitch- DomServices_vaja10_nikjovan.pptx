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4" r:id="rId8"/>
    <p:sldId id="261" r:id="rId9"/>
    <p:sldId id="263" r:id="rId10"/>
    <p:sldId id="265" r:id="rId11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9EDB97-C0E9-E6D0-FE71-F3F004A68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3525C6B-7378-E1BA-86C9-93894052A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D503980A-9C44-8517-87E7-0C32E9DE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04403AA3-445B-C78F-9F19-DBDB486A5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3417B2B-FDD5-1021-8358-AB693F8B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4887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5110398-4943-0A43-F8C6-38BA941D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4C491E0-83BC-B76A-52D8-BE4E3A943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351905D-7CDD-3921-52F2-33BE3ED0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18EDB8A-EA83-7E34-1879-CEEE4F4E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0210291-35F0-8465-5EA0-AEF30F96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3932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009B05F-46E4-14DC-E210-01157201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257B80B9-AEDA-2915-6EF7-5E5E8C2B6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2E6065-11BE-C4C7-BEC7-383ADDCB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B8265F1B-7ABB-65E6-FA36-F313C7AB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53FBAB3-D4FE-F65A-FBF4-F48F5A6B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1070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6D12CC5-A977-B0B4-D86C-FA3AE464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3FB2668-155D-59B5-FA55-90A238567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B17D9C4B-DB7F-4D01-AEB0-20A7CF75F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C634EB3E-17F3-A782-1A61-D8DD9013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FD33D5A2-2035-5784-922A-AB37856E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760B642B-5DA8-BF1A-8920-03FF9772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7434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450C39C-7814-ABE9-7DF1-C5BD7D64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EF7CCEE6-7991-748D-2BC2-C6D2A873A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57757308-D25A-702C-DC5D-1792FACE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4A4C55E2-C1D2-D224-D439-883C0B9D7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E3490C08-3541-1E12-4F55-49C63BC8A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F4CCD898-5DD5-D0FB-23A6-DABA3302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EB45485E-8DDF-63BF-B712-911F2833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F325AF94-72EE-9AFC-BB8C-B286DF19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7264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BA1C1DC-AAB1-F890-5652-423EA008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B8FED912-429D-DCB7-3D57-E343F8FE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B69C59C0-7CE2-B3F3-E5CF-2DCE4260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DFE55F59-7CA9-20A1-9936-1A553792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6917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D213D719-C30E-400B-815C-6D005D47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198DDC8B-59CB-EF54-4818-2EB657C5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824E269-5D9E-69EF-24A8-49483680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3087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F9280B9-701D-E5D4-7A43-FF8D97E5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9B4B49-BA58-BE7A-341A-F987D6603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8B27D651-5599-FB69-0BB2-EBF957C97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C92C11C6-6AE1-56A8-9B75-367B8497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364C058-2035-C367-70D0-F23D9490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295F7419-6D78-A041-0ABA-18F4A451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3427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46E1C4-DA35-15B2-6CB3-58DC5CDC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E70B139C-E0F9-AC1F-7C4C-4A8495968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FF5EE3FA-95CB-24C0-973A-F3B40CA90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BEF9357C-F0B8-FAED-9885-D96EE51A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C058285E-D117-9B68-3F60-C1445A97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45F46E63-5E97-FA17-2330-A55C237C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6884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3DFFFE1-E7B3-5D8A-527F-3301AFF1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C1EE7019-5468-603A-4E5D-1279CF07A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25D32300-47E5-9E60-012B-22FBBD7B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45C3D103-CCF4-15C1-0351-D0B70AAB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AECB4F7-CDFF-431B-23E6-AA9F7A8D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7460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C17FBA33-1CB4-34EE-01B3-32091D7A1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73220FE1-F315-5CFA-1FD5-54A880EC4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28E1312-1DA3-692E-7870-1B17050D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0D2B067-1DFB-B2CD-008B-2F7DA758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31A6F6B9-9450-9C1C-52DB-DED06053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153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1DA5B4EC-C264-2B9B-F4F8-D9940575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D00E8E16-878B-E7AD-E56B-252E26546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E84FFA9-E079-30FF-8F4C-0EB0AEFD4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1BB0C-072C-4ECF-A2FC-9A61114FAD67}" type="datetimeFigureOut">
              <a:rPr lang="sl-SI" smtClean="0"/>
              <a:t>22. 03. 2026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CEC78F9-B635-7D00-11DD-3A5250818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B280457-41CE-8EDC-5622-7BF3B5D9A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36DF0-F43E-4395-8126-F45144DFCF7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9608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3FC64E9-04C6-2C7B-8259-4524F0A25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sl-SI" sz="4800"/>
              <a:t>Pitch - DomServices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207F7A1-49CB-1E84-3A91-EFB64F91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sl-SI" sz="2000"/>
              <a:t>Spletna platforma za iskanje lokalnih storitev</a:t>
            </a:r>
          </a:p>
          <a:p>
            <a:pPr algn="l"/>
            <a:r>
              <a:rPr lang="sl-SI" sz="2000"/>
              <a:t>Avtor: Nik Jovan, 2.RII SI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40FF325-934C-66E6-BA4D-354DFB28F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084" y="625684"/>
            <a:ext cx="545538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08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873FA9E-8463-ED66-5CB3-4ADF86C7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sl-SI" sz="3400"/>
              <a:t>Problem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0D8BC7F-8500-407F-9BBA-FBAE1B465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 lnSpcReduction="10000"/>
          </a:bodyPr>
          <a:lstStyle/>
          <a:p>
            <a:pPr lvl="1"/>
            <a:r>
              <a:rPr lang="sl-SI" dirty="0"/>
              <a:t>Trg je razdrobljen: Facebook skupine, kontakti, priporočila, zastarele strani</a:t>
            </a:r>
          </a:p>
          <a:p>
            <a:pPr lvl="1"/>
            <a:r>
              <a:rPr lang="sl-SI" dirty="0"/>
              <a:t>Dogovarjanje je počasno (klici, čakanje na odgovor, nejasna razpoložljivost, </a:t>
            </a:r>
            <a:r>
              <a:rPr lang="sl-SI" dirty="0" err="1"/>
              <a:t>nepoznanost</a:t>
            </a:r>
            <a:r>
              <a:rPr lang="sl-SI" dirty="0"/>
              <a:t>),</a:t>
            </a:r>
          </a:p>
          <a:p>
            <a:pPr lvl="1"/>
            <a:r>
              <a:rPr lang="sl-SI" dirty="0"/>
              <a:t>Plačila pogosto ročna (gotovina/nakazila), brez zaščite uporabnika</a:t>
            </a:r>
          </a:p>
          <a:p>
            <a:endParaRPr lang="sl-SI" sz="18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D3CED13-AC32-63F1-1617-D7F7B45DE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-3"/>
          <a:stretch>
            <a:fillRect/>
          </a:stretch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51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4E2B186-3475-C525-28A2-89BB0D50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sl-SI" sz="3400"/>
              <a:t>Uporabnik / Trg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46FE857-CDF8-BF7B-DB88-51541ED50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lvl="1"/>
            <a:r>
              <a:rPr lang="sl-SI" sz="2200" dirty="0"/>
              <a:t>Stranke: lastniki stanovanj/hiš (25–65), najemniki, poslovni uporabniki,</a:t>
            </a:r>
          </a:p>
          <a:p>
            <a:pPr lvl="1"/>
            <a:r>
              <a:rPr lang="sl-SI" sz="2200" dirty="0"/>
              <a:t>Ponudniki: lokalni obrtniki in storitveni ponudniki,</a:t>
            </a:r>
          </a:p>
          <a:p>
            <a:pPr lvl="1"/>
            <a:r>
              <a:rPr lang="sl-SI" sz="2200" dirty="0"/>
              <a:t>Slovenija: lokalni trg, ki ga je vredno podpirati,</a:t>
            </a:r>
          </a:p>
          <a:p>
            <a:pPr lvl="1"/>
            <a:r>
              <a:rPr lang="sl-SI" sz="2200" dirty="0"/>
              <a:t>Digitalizacija storitev</a:t>
            </a:r>
          </a:p>
          <a:p>
            <a:endParaRPr lang="sl-SI" sz="18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D5F4070-74F8-E0C9-0577-6D5442723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841254"/>
            <a:ext cx="6440424" cy="512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6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0EF70E1-16FC-FA31-B924-64BC631A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sl-SI" sz="3400"/>
              <a:t>Rešitev: DomServices MVP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489460-FA80-C57D-6BF6-975F3153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pPr lvl="1"/>
            <a:r>
              <a:rPr lang="sl-SI" sz="2200" dirty="0"/>
              <a:t>AI-podprto iskanje (</a:t>
            </a:r>
            <a:r>
              <a:rPr lang="sl-SI" sz="2200" dirty="0" err="1"/>
              <a:t>xAI</a:t>
            </a:r>
            <a:r>
              <a:rPr lang="sl-SI" sz="2200" dirty="0"/>
              <a:t> </a:t>
            </a:r>
            <a:r>
              <a:rPr lang="sl-SI" sz="2200" dirty="0" err="1"/>
              <a:t>Grok</a:t>
            </a:r>
            <a:r>
              <a:rPr lang="sl-SI" sz="2200" dirty="0"/>
              <a:t>): opis problema → rezultat</a:t>
            </a:r>
          </a:p>
          <a:p>
            <a:pPr lvl="1"/>
            <a:r>
              <a:rPr lang="sl-SI" sz="2200" dirty="0"/>
              <a:t>Profili ponudnikov: storitve, lokacija, cena, ocene, status "preverjen"</a:t>
            </a:r>
          </a:p>
          <a:p>
            <a:pPr lvl="1"/>
            <a:r>
              <a:rPr lang="sl-SI" sz="2200" dirty="0"/>
              <a:t>Rezervacija termina + razpoložljivost (realno-časovni urnik)</a:t>
            </a:r>
          </a:p>
          <a:p>
            <a:pPr lvl="1"/>
            <a:r>
              <a:rPr lang="sl-SI" sz="2200" dirty="0"/>
              <a:t>Plačilo (Stripe test mode) + </a:t>
            </a:r>
            <a:r>
              <a:rPr lang="sl-SI" sz="2200" dirty="0" err="1"/>
              <a:t>email</a:t>
            </a:r>
            <a:r>
              <a:rPr lang="sl-SI" sz="2200" dirty="0"/>
              <a:t> potrditev</a:t>
            </a:r>
            <a:endParaRPr lang="sl-SI" sz="18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D589A3A-CB42-A62C-6A9C-FF1DFB3B3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653" y="1141011"/>
            <a:ext cx="5056591" cy="274320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99894968-14CE-C2E3-38DC-4CE8BDAA5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019" y="4498239"/>
            <a:ext cx="4155225" cy="173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8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7DB151D-045F-49D9-1E16-7CDD8D41C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7" b="1"/>
          <a:stretch>
            <a:fillRect/>
          </a:stretch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A6D0510-B6F0-AEC3-862C-99CD2ADD9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0" b="1"/>
          <a:stretch>
            <a:fillRect/>
          </a:stretch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5DA4808F-5477-02A9-E45C-65966D6C0F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9" b="1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87997AC-1AE5-45B1-565E-E720EDE5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sl-SI" sz="2800" dirty="0"/>
              <a:t>MVP - STRANKE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2E841DE-C699-EFBD-E7DF-404730A9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568"/>
            <a:ext cx="2807208" cy="3922776"/>
          </a:xfrm>
        </p:spPr>
        <p:txBody>
          <a:bodyPr>
            <a:normAutofit/>
          </a:bodyPr>
          <a:lstStyle/>
          <a:p>
            <a:r>
              <a:rPr lang="sl-SI" sz="1700" dirty="0"/>
              <a:t>Vloga</a:t>
            </a:r>
          </a:p>
          <a:p>
            <a:r>
              <a:rPr lang="sl-SI" sz="1700" dirty="0"/>
              <a:t>Prijava</a:t>
            </a:r>
          </a:p>
          <a:p>
            <a:r>
              <a:rPr lang="sl-SI" sz="1700" dirty="0"/>
              <a:t>AI Iskanje</a:t>
            </a:r>
          </a:p>
          <a:p>
            <a:r>
              <a:rPr lang="sl-SI" sz="1700" dirty="0"/>
              <a:t>Naročilo</a:t>
            </a:r>
          </a:p>
          <a:p>
            <a:r>
              <a:rPr lang="sl-SI" sz="1700" dirty="0"/>
              <a:t>Klepet z izvajalcem</a:t>
            </a:r>
          </a:p>
          <a:p>
            <a:r>
              <a:rPr lang="sl-SI" sz="1700" dirty="0"/>
              <a:t>Obvestila</a:t>
            </a:r>
          </a:p>
          <a:p>
            <a:r>
              <a:rPr lang="sl-SI" sz="1700" dirty="0"/>
              <a:t>Ocena po končanem delu</a:t>
            </a:r>
          </a:p>
          <a:p>
            <a:r>
              <a:rPr lang="sl-SI" sz="1700" dirty="0"/>
              <a:t>Plačilo</a:t>
            </a:r>
          </a:p>
          <a:p>
            <a:r>
              <a:rPr lang="sl-SI" sz="1700" dirty="0"/>
              <a:t>Priljubljeni</a:t>
            </a:r>
            <a:endParaRPr lang="en-US" sz="1700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212E8A2C-E21C-8EAF-13C2-BEC23454D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4" b="1"/>
          <a:stretch>
            <a:fillRect/>
          </a:stretch>
        </p:blipFill>
        <p:spPr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2057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6D24BCDC-6D40-F743-EE90-BA964456C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7" b="1"/>
          <a:stretch>
            <a:fillRect/>
          </a:stretch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473C9D9B-CCA1-C266-2169-2A30C1EEE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95" r="39536"/>
          <a:stretch>
            <a:fillRect/>
          </a:stretch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4" name="Označba mesta vsebine 3">
            <a:extLst>
              <a:ext uri="{FF2B5EF4-FFF2-40B4-BE49-F238E27FC236}">
                <a16:creationId xmlns:a16="http://schemas.microsoft.com/office/drawing/2014/main" id="{80018310-72E4-5CF4-6E1F-7665BDA91D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69" b="-1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0C1A295-0CEC-860A-2F4D-8D77AA03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sl-SI" sz="2800"/>
              <a:t>MVP - Ponudniki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7544C9B-73B5-9A73-5962-AA46DF8B5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568"/>
            <a:ext cx="2807208" cy="3922776"/>
          </a:xfrm>
        </p:spPr>
        <p:txBody>
          <a:bodyPr>
            <a:normAutofit/>
          </a:bodyPr>
          <a:lstStyle/>
          <a:p>
            <a:r>
              <a:rPr lang="sl-SI" sz="1700" dirty="0"/>
              <a:t>Vloga</a:t>
            </a:r>
          </a:p>
          <a:p>
            <a:r>
              <a:rPr lang="sl-SI" sz="1700" dirty="0"/>
              <a:t>Registracija storitve</a:t>
            </a:r>
          </a:p>
          <a:p>
            <a:r>
              <a:rPr lang="sl-SI" sz="1700" dirty="0"/>
              <a:t>Nadzorna plošča z naročili</a:t>
            </a:r>
          </a:p>
          <a:p>
            <a:r>
              <a:rPr lang="sl-SI" sz="1700" dirty="0"/>
              <a:t>Urnik</a:t>
            </a:r>
          </a:p>
          <a:p>
            <a:r>
              <a:rPr lang="sl-SI" sz="1700" dirty="0"/>
              <a:t>Ocene</a:t>
            </a:r>
          </a:p>
          <a:p>
            <a:r>
              <a:rPr lang="sl-SI" sz="1700" dirty="0"/>
              <a:t>Preverjenost</a:t>
            </a:r>
            <a:endParaRPr lang="en-US" sz="1700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8B5EC607-4FCA-CE18-D624-A3A71E7A06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404" b="1"/>
          <a:stretch>
            <a:fillRect/>
          </a:stretch>
        </p:blipFill>
        <p:spPr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065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35489D3-1C31-76E8-E2A3-5B7ABF89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sl-SI" sz="2800" dirty="0"/>
              <a:t>MVP - Glavno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62D50AF-4E87-F2B4-47C0-0DBABEE4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sl-SI" sz="1800" dirty="0"/>
              <a:t>Kompleksne poizvedbe z AI</a:t>
            </a:r>
          </a:p>
          <a:p>
            <a:r>
              <a:rPr lang="sl-SI" sz="1800" dirty="0"/>
              <a:t>E-mail obveščanje</a:t>
            </a:r>
          </a:p>
          <a:p>
            <a:r>
              <a:rPr lang="sl-SI" sz="1800" dirty="0"/>
              <a:t>Stripe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A71CAFCC-CF29-ED9A-6AE0-9B8EA6055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63" y="2708641"/>
            <a:ext cx="1683181" cy="3639312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8CA4897-01BC-2211-FCFE-90D0053C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727" y="2741400"/>
            <a:ext cx="3584448" cy="2392618"/>
          </a:xfrm>
          <a:prstGeom prst="rect">
            <a:avLst/>
          </a:prstGeom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AE10E8C2-2A2F-3B8D-CE94-4BB537CE4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08" y="2741400"/>
            <a:ext cx="5156766" cy="23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4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F2968A6-37CF-DCCF-8495-4EB254415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sl-SI" sz="3400"/>
              <a:t>Poslovni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90A2DD3-D878-B5B8-F4AC-8D298F06B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lvl="1"/>
            <a:r>
              <a:rPr lang="sl-SI" sz="2200" dirty="0"/>
              <a:t>Naročniški paketi za ponudnike: </a:t>
            </a:r>
            <a:r>
              <a:rPr lang="sl-SI" sz="2200" dirty="0" err="1"/>
              <a:t>Free</a:t>
            </a:r>
            <a:r>
              <a:rPr lang="sl-SI" sz="2200" dirty="0"/>
              <a:t> / Pro / Business (mesečna naročnina)</a:t>
            </a:r>
          </a:p>
          <a:p>
            <a:pPr lvl="1"/>
            <a:r>
              <a:rPr lang="sl-SI" sz="2200" dirty="0"/>
              <a:t>Dodatno (kasneje): provizija na transakcijo, </a:t>
            </a:r>
            <a:r>
              <a:rPr lang="sl-SI" sz="2200" dirty="0" err="1"/>
              <a:t>premium</a:t>
            </a:r>
            <a:r>
              <a:rPr lang="sl-SI" sz="2200" dirty="0"/>
              <a:t> </a:t>
            </a:r>
            <a:r>
              <a:rPr lang="sl-SI" sz="2200" dirty="0" err="1"/>
              <a:t>pozicioniranje</a:t>
            </a:r>
            <a:r>
              <a:rPr lang="sl-SI" sz="2200" dirty="0"/>
              <a:t>,</a:t>
            </a:r>
          </a:p>
          <a:p>
            <a:pPr lvl="1"/>
            <a:r>
              <a:rPr lang="sl-SI" sz="2200" dirty="0" err="1"/>
              <a:t>Monetizacija</a:t>
            </a:r>
            <a:r>
              <a:rPr lang="sl-SI" sz="2200" dirty="0"/>
              <a:t> je usmerjena v ponudnike, ker jim platforma prinaša manj administracije</a:t>
            </a:r>
          </a:p>
          <a:p>
            <a:endParaRPr lang="sl-SI" sz="180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228DE156-5307-058D-04EF-6C4A8AC94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251832"/>
            <a:ext cx="6440424" cy="429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00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AA283C3-99F3-FEA2-9C92-5E691072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sl-SI" sz="3400"/>
              <a:t>Tehnična izvedljivost in refleksija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7D9597-D6A1-DB2C-4B65-8A7D6C40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pPr lvl="1"/>
            <a:r>
              <a:rPr lang="sl-SI" sz="1800" dirty="0" err="1"/>
              <a:t>Stack</a:t>
            </a:r>
            <a:r>
              <a:rPr lang="sl-SI" sz="1800" dirty="0"/>
              <a:t>: Next.js, </a:t>
            </a:r>
            <a:r>
              <a:rPr lang="sl-SI" sz="1800" dirty="0" err="1"/>
              <a:t>Firebase</a:t>
            </a:r>
            <a:r>
              <a:rPr lang="sl-SI" sz="1800" dirty="0"/>
              <a:t> </a:t>
            </a:r>
            <a:r>
              <a:rPr lang="sl-SI" sz="1800" dirty="0" err="1"/>
              <a:t>Auth</a:t>
            </a:r>
            <a:r>
              <a:rPr lang="sl-SI" sz="1800" dirty="0"/>
              <a:t> + </a:t>
            </a:r>
            <a:r>
              <a:rPr lang="sl-SI" sz="1800" dirty="0" err="1"/>
              <a:t>Firestore</a:t>
            </a:r>
            <a:r>
              <a:rPr lang="sl-SI" sz="1800" dirty="0"/>
              <a:t>, </a:t>
            </a:r>
            <a:r>
              <a:rPr lang="sl-SI" sz="1800" dirty="0" err="1"/>
              <a:t>xAI</a:t>
            </a:r>
            <a:r>
              <a:rPr lang="sl-SI" sz="1800" dirty="0"/>
              <a:t> </a:t>
            </a:r>
            <a:r>
              <a:rPr lang="sl-SI" sz="1800" dirty="0" err="1"/>
              <a:t>Grok</a:t>
            </a:r>
            <a:r>
              <a:rPr lang="sl-SI" sz="1800" dirty="0"/>
              <a:t> API, Stripe (test), </a:t>
            </a:r>
            <a:r>
              <a:rPr lang="sl-SI" sz="1800" dirty="0" err="1"/>
              <a:t>Brevo</a:t>
            </a:r>
            <a:r>
              <a:rPr lang="sl-SI" sz="1800" dirty="0"/>
              <a:t> (SMTP)</a:t>
            </a:r>
          </a:p>
          <a:p>
            <a:pPr lvl="1"/>
            <a:r>
              <a:rPr lang="pt-BR" sz="1800" dirty="0"/>
              <a:t>Na začetku sem imel širšo vizijo platforme</a:t>
            </a:r>
            <a:r>
              <a:rPr lang="sl-SI" sz="1800" dirty="0"/>
              <a:t>, bolj dodelano</a:t>
            </a:r>
          </a:p>
          <a:p>
            <a:pPr lvl="1"/>
            <a:r>
              <a:rPr lang="sl-SI" sz="1800" dirty="0"/>
              <a:t>Z današnjim znanjem bi nekatere stvari naredil drugače, boljše načrtoval</a:t>
            </a:r>
          </a:p>
          <a:p>
            <a:pPr lvl="1"/>
            <a:r>
              <a:rPr lang="sl-SI" sz="1800" dirty="0"/>
              <a:t>tehnično sem se naučil integrirati več zunanjih sistemov (AI, plačila, </a:t>
            </a:r>
            <a:r>
              <a:rPr lang="sl-SI" sz="1800" dirty="0" err="1"/>
              <a:t>email</a:t>
            </a:r>
            <a:r>
              <a:rPr lang="sl-SI" sz="1800" dirty="0"/>
              <a:t>) in jih povezati v en tok</a:t>
            </a:r>
          </a:p>
          <a:p>
            <a:pPr lvl="1"/>
            <a:endParaRPr lang="sl-SI" sz="1800" dirty="0"/>
          </a:p>
          <a:p>
            <a:pPr lvl="1"/>
            <a:endParaRPr lang="sl-SI" sz="1800" dirty="0"/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9B3C4387-8092-FA8B-3D6A-DA65B166C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848567"/>
            <a:ext cx="5138928" cy="2081265"/>
          </a:xfrm>
          <a:prstGeom prst="rect">
            <a:avLst/>
          </a:prstGeom>
        </p:spPr>
      </p:pic>
      <p:pic>
        <p:nvPicPr>
          <p:cNvPr id="1026" name="Picture 2" descr="Next.js · GitHub">
            <a:extLst>
              <a:ext uri="{FF2B5EF4-FFF2-40B4-BE49-F238E27FC236}">
                <a16:creationId xmlns:a16="http://schemas.microsoft.com/office/drawing/2014/main" id="{F15B27B5-0D7D-0B80-4554-4FE476A29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364" y="3189522"/>
            <a:ext cx="1200055" cy="120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1179AE17-F48D-F1C6-81D3-11B66034B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331" y="3189522"/>
            <a:ext cx="3263757" cy="3148419"/>
          </a:xfrm>
          <a:prstGeom prst="rect">
            <a:avLst/>
          </a:prstGeom>
        </p:spPr>
      </p:pic>
      <p:pic>
        <p:nvPicPr>
          <p:cNvPr id="17" name="Slika 16">
            <a:extLst>
              <a:ext uri="{FF2B5EF4-FFF2-40B4-BE49-F238E27FC236}">
                <a16:creationId xmlns:a16="http://schemas.microsoft.com/office/drawing/2014/main" id="{1DC60C20-FFEC-F160-BE90-F911CD772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0364" y="5137885"/>
            <a:ext cx="1194971" cy="120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0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84CFBF9-EC69-EF07-E1E9-07B5E0A1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HVALA ZA POZORNOST IN POSLUH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296</Words>
  <Application>Microsoft Office PowerPoint</Application>
  <PresentationFormat>Širokozaslonsko</PresentationFormat>
  <Paragraphs>48</Paragraphs>
  <Slides>10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Officeova tema</vt:lpstr>
      <vt:lpstr>Pitch - DomServices</vt:lpstr>
      <vt:lpstr>Problem</vt:lpstr>
      <vt:lpstr>Uporabnik / Trg</vt:lpstr>
      <vt:lpstr>Rešitev: DomServices MVP</vt:lpstr>
      <vt:lpstr>MVP - STRANKE</vt:lpstr>
      <vt:lpstr>MVP - Ponudniki</vt:lpstr>
      <vt:lpstr>MVP - Glavno</vt:lpstr>
      <vt:lpstr>Poslovni model</vt:lpstr>
      <vt:lpstr>Tehnična izvedljivost in refleksija</vt:lpstr>
      <vt:lpstr>HVALA ZA POZORNOST IN POSLUH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 Jovan</dc:creator>
  <cp:lastModifiedBy>Nik Jovan</cp:lastModifiedBy>
  <cp:revision>5</cp:revision>
  <dcterms:created xsi:type="dcterms:W3CDTF">2026-03-17T16:38:49Z</dcterms:created>
  <dcterms:modified xsi:type="dcterms:W3CDTF">2026-03-22T14:19:34Z</dcterms:modified>
</cp:coreProperties>
</file>